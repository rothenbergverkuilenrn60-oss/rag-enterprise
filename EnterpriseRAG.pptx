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194560"/>
            <a:ext cx="137160" cy="22860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2F4F8"/>
                </a:solidFill>
                <a:latin typeface="Microsoft YaHei"/>
              </a:rPr>
              <a:t>EnterpriseRAG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9AA8BD"/>
                </a:solidFill>
                <a:latin typeface="Microsoft YaHei"/>
              </a:rPr>
              <a:t>企业级 Agent-First RAG 框架   ·   Planner → Executor → Synthesizer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v1.5 · 2026-05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项目定位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为什么不是又一个 RAG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69280" cy="210312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Agent 优先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Planner→Executor→Synthesizer 三段式，RAG 只是工具之一。
Planner 决策、Executor 并行调度、Synthesizer 合成。
工具可插拔（Retrieve / RefinedRetrieve / WebSearch / SQL / MCP）。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30952" cy="210312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多租户 + Provider 中立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PostgreSQL Row-Level Security 物理隔离每个 tenant。
Anthropic / OpenAI / Azure / Ollama 同一 BaseLLMClient 接口；
切 provider 不动 pipeline 代码。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5669280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结构化事件流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POST /agent/v1/run/stream 实时发 SSE：
planner.plan / tool.span.start|end|error /
executor.parallel / synthesizer.final
每帧带 trace_id + seq + ts_ms。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5330952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生产硬性要求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mypy --strict · ruff · Pydantic V2 frozen ·
tenacity 重试边界 · narrow exception 契约 ·
结构化日志 · 每模块 ≥70% 覆盖率门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选型矩阵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Web 框架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FastAPI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async + Pydantic 自动 OpenAPI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向量库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PostgreSQL + pgvector (HNSW)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RLS 多租户 + 单库简化运维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后台队列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ARQ + Redis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async-native，比 Celery 极简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2834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BGE-M3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中文友好 + 本地可部署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Reranker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BGE-Reranker-Large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私有部署 + 长文档强项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7490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LLM Adapter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自研 BaseLLMClient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锁定中立、透明代价、不绑生态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Web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Tavily AsyncClient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v1.5 上线，3 重试 + typed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Auth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663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OIDC / JWT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663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多租户 + SSO 友好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20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可观测性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5176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Prometheus + Langfuse + OTel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开源自托管全栈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77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2F4F8"/>
                </a:solidFill>
                <a:latin typeface="Microsoft YaHei"/>
              </a:rPr>
              <a:t>Docker Compose / Kubernetes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蓝绿 + HPA + Ingress 全套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三层架构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controllers / services / utils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2F4F8"/>
                </a:solidFill>
                <a:latin typeface="Consolas"/>
              </a:rPr>
              <a:t>                  ┌───────────────────────────────────────────┐
  HTTP / SSE  ──▶ │   controllers/api.py    路由 + 鉴权 + SSE │
                  └────────────────┬──────────────────────────┘
                                   ▼
        ┌──────────────────────────────────────────────────────┐
        │  services/pipeline.py     四个 Pipeline 编排核心      │
        │  IngestionPipeline · QueryPipeline ·                 │
        │  AgentQueryPipeline · SwarmQueryPipeline             │
        └──────────┬─────────────────────────┬─────────────────┘
                   ▼                          ▼
       ┌────────────────────┐    ┌───────────────────────────┐
       │  services/agent/   │    │   services/* (23 模块)     │
       │  Planner Executor  │    │  preprocessor extractor    │
       │  Verifier  Tools   │    │  vectorizer retriever ...  │
       └────────┬───────────┘    └───────────┬───────────────┘
                ▼                            ▼
                ┌────────────────────────────────┐
                │   utils/  models cache log etc │
                │   config/settings.py           │
                └────────────────────────────────┘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数据流：Ingestion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六阶段写入流水线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5 / 15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B2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preprocessor/cleaner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691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去噪、归一化、语言检测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3317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B2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extractor/extractor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774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PDF/DOCX/XLSX → 文本+图（PyMuPDF / Tesseract）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B2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preprocessor/pii_detector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0632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PII 检测，命中拦截或脱敏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B2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doc_processor/chunker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749039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父子分块；GB 标准章节号识别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B2D"/>
                </a:solidFill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34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vectorizer/embedder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4348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BGE-M3 向量化（async + 批并行）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5074920"/>
            <a:ext cx="457200" cy="4572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0F1B2D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vectorizer/indexer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1206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AA8BD"/>
                </a:solidFill>
                <a:latin typeface="Microsoft YaHei"/>
              </a:rPr>
              <a:t>pgvector HNSW 入库（ef=200, m=16）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数据流：Agent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AgentQueryPipeline.run_streaming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2F4F8"/>
                </a:solidFill>
                <a:latin typeface="Consolas"/>
              </a:rPr>
              <a:t>for iteration in range(MAX_ITERATIONS=5):
    plan = Planner.plan_from_messages(messages, tools, system)
        ▶ emit  planner.plan(steps, parallel_groups, raw_msg)
    if not plan.steps:                # 终止：planner 给出最终答案
        answer = plan.rationale; break
    raw = await Executor.execute_plan_streaming(plan, tf, req)
        ▶ emit  tool.span.start  (并行 fan-out)
        ▶ emit  tool.span.end | tool.span.error
        ▶ emit  executor.parallel(fan_out, group_latency_ms)
    tool_results = _build_tool_results(plan, raw, all_chunks)
    messages.append({'role': 'user', 'content': tool_results})
else:                                  # MAX_ITERATIONS 用完
    answer = await _force_final_answer(planner, messages)   # v1.5.1 兜底
▶ emit  synthesizer.final(answer, sources_count)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工具注册表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@get_tool_registry().register 装饰器即注册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RetrieveTool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42"/>
                </a:solidFill>
                <a:latin typeface="Microsoft YaHei"/>
              </a:rPr>
              <a:t>shipped (v1.4)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包装 QueryPipeline.run() —— hybrid pgvector + BM25 + RRF + reranker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RefinedRetrieveTool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42"/>
                </a:solidFill>
                <a:latin typeface="Microsoft YaHei"/>
              </a:rPr>
              <a:t>shipped (v1.4)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LLM 先改写查询再检索，支持 source_filter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WebSearchTool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42"/>
                </a:solidFill>
                <a:latin typeface="Microsoft YaHei"/>
              </a:rPr>
              <a:t>shipped (v1.5)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017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Tavily AsyncClient + tenacity 3 重试 + 3 类 typed error；D-15 redaction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SQLTool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A8BD"/>
                </a:solidFill>
                <a:latin typeface="Microsoft YaHei"/>
              </a:rPr>
              <a:t>planned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033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SQL on metadata（docs/agent-architecture.md 已给出 authoring 模板）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2F4F8"/>
                </a:solidFill>
                <a:latin typeface="Microsoft YaHei"/>
              </a:rPr>
              <a:t>MCPTool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A8BD"/>
                </a:solidFill>
                <a:latin typeface="Microsoft YaHei"/>
              </a:rPr>
              <a:t>planned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3891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MCP plug-in 发现 → 替换 registry，工具调用面 0 改动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1247120" cy="118872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Tool 契约（services/agent/tools/base.py）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BaseTool ABC：name / description / parameters_schema / async run(args, ctx) -&gt; ToolResult
ToolResult：content（planner 可见的字符串）+ chunks（检索片段，传给 synthesizer）+ metadata + is_error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Hybrid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RetrieveTool 内部：4 路融合 + 重排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8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69280" cy="219456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1. Dense 向量检索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BGE-M3 query embedding
pgvector HNSW (ef_construction=200, m=16)
tenant_id RLS 自动过滤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30952" cy="219456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2. Sparse BM25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PostgreSQL tsvector + ts_rank
中英文 tokenizer 分别处理
GB 标准章节号识别加权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669280" cy="219456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3. RRF 融合 + Reranker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Reciprocal Rank Fusion（k=60）
Top-K 候选送 cross-encoder 重排
BGE-Reranker-Large（独立服务可选）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931920"/>
            <a:ext cx="5330952" cy="219456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4. 父子块回溯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子块（~256 token）用于检索精准命中
命中后回溯父块作为完整上下文给生成器
RetrievedChunk.parent_content 字段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多租户隔离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PostgreSQL Row-Level Security 物理强隔离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JWT 解码出 tenant_id → 注入 SQL 会话变量 → RLS 谓词自动追加 WHERE tenant_id = current_setting()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controllers/api.py 拒绝 JWT tenant 与请求 body tenant 不一致的请求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services/tenant/tenant_service.py 拼装 tenant filter 与 metadata filter 合并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services/auth/oidc_auth.py 启动期校验 SECRET_KEY 强度（拒 SEC-01 弱密钥列表）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RetrieveTool 每次 dispatch 都携带 tenant_id；executor 不允许 tenant_id 缺失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97680"/>
            <a:ext cx="10881360" cy="18288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为什么是 RLS 而非应用层过滤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应用层过滤一旦绕过等于裸奔。RLS 把约束下沉到数据库层，任何路径（API / 后台脚本 / DBA 误操作）都拿不到他租户数据。
代价：每张表加 RLS policy + 每个连接 set_config('app.current_tenant', ...)。
收益：跨租户泄露 by construction 不可能。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模块全景图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services/ 23 个子模块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8C42"/>
                </a:solidFill>
                <a:latin typeface="Microsoft YaHei"/>
              </a:rPr>
              <a:t>Agent 内核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agent/planner.py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agent/executor.py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9776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agent/verifier.py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6382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agent/tools/registry.py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478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agent/tools/retrieve.py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agent/tools/web_search.py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8C42"/>
                </a:solidFill>
                <a:latin typeface="Microsoft YaHei"/>
              </a:rPr>
              <a:t>摄取链路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preprocessor/cleaner.py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preprocessor/pii_detector.py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79776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extractor/extractor.py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16382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extractor/image_extractor.py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5478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extractor/ocr_engine.py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9319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doc_processor/chunker.py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8C42"/>
                </a:solidFill>
                <a:latin typeface="Microsoft YaHei"/>
              </a:rPr>
              <a:t>检索 + 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vectorizer/embedder.py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vectorizer/vector_store.py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779776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vectorizer/indexer.py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16382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retriever/retriever.py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5478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reranker_service/app.py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generator/llm_client.py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1554480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8C42"/>
                </a:solidFill>
                <a:latin typeface="Microsoft YaHei"/>
              </a:rPr>
              <a:t>基础设施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01168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auth/oidc_auth.py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23957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audit/audit_service.py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2779776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memory/memory_service.py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163824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tenant/tenant_service.py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547872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events/event_bus.py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931920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2F4F8"/>
                </a:solidFill>
                <a:latin typeface="Microsoft YaHei"/>
              </a:rPr>
              <a:t>• ingest_worker.py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SSE 事件契约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POST /api/v1/agent/v1/run/stream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event_type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何时发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8C42"/>
                </a:solidFill>
                <a:latin typeface="Microsoft YaHei"/>
              </a:rPr>
              <a:t>关键字段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  <a:latin typeface="Microsoft YaHei"/>
              </a:rPr>
              <a:t>planner.plan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Planner 给出非空 ToolPlan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plan.steps · parallel_groups · raw_assistant_msg · stop_reason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  <a:latin typeface="Microsoft YaHei"/>
              </a:rPr>
              <a:t>tool.span.start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060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单工具开始执行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060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span_id · name · args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08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  <a:latin typeface="Microsoft YaHei"/>
              </a:rPr>
              <a:t>tool.span.end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108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单工具成功结束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5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span_id · latency_ms · chunk_count · content_preview (200ch)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118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  <a:latin typeface="Microsoft YaHei"/>
              </a:rPr>
              <a:t>tool.span.error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11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单工具异常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118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span_id · latency_ms · error_kind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  <a:latin typeface="Microsoft YaHei"/>
              </a:rPr>
              <a:t>executor.parallel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114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并行组结束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79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fan_out · group_latency_ms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61771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F2F4F8"/>
                </a:solidFill>
                <a:latin typeface="Microsoft YaHei"/>
              </a:rPr>
              <a:t>synthesizer.final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6177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9AA8BD"/>
                </a:solidFill>
                <a:latin typeface="Microsoft YaHei"/>
              </a:rPr>
              <a:t>终止：空 plan 或强制合成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61771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answer · sources_count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0351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F8C42"/>
                </a:solidFill>
                <a:latin typeface="Microsoft YaHei"/>
              </a:rPr>
              <a:t>每帧统一带 trace_id (uuid hex8) + seq (递增) + ts_ms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部署架构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Docker Compose 开发 · K8s 生产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12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69280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Docker Compose（开发/单机）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8 个服务：rag-api · ingest-worker(arq) ·
postgres(pgvector) · redis · ollama · ollama-init ·
ragas-eval · nginx
make build / up / down / logs-all / health / ingest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30952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Kubernetes（生产）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k8s/blue-green/  蓝绿 Deployment + Service 切换
k8s/rag-api/    Deployment + HPA + Service
k8s/redis/      Deployment
k8s/ingress.yaml  TLS termination + path routing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5669280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镜像构建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Dockerfile 多阶段：builder 装 uv + 编译 wheel；
runtime python:3.11-slim 装 wheel；
镜像 tag rag-enterprise:v1.5-baked（compose 双服务共用）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023360"/>
            <a:ext cx="5330952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环境变量契约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SECRET_KEY (≥32 字符，强校验)
APP_MODEL_DIR (OPS-01 必填)
LLM_PROVIDER · VECTOR_STORE · PG_DSN · REDIS_URL
CORS_ORIGINS 生产模式禁 localhost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可观测性 + 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Prometheus / Langfuse / OTel · RAGAS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13 /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669280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运行时可观测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Prometheus /metrics：query latency · tool latency ·
  token usage · retrieval recall
Langfuse：LLM trace + 成本归因
OpenTelemetry：分布式 span 跨服务
loguru 结构化日志 → file + stdout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5330952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RAGAS 评测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200 条分层 QA pairs（多 doc_type、多语言）
faithfulness &gt; 0.85
answer relevancy &gt; 0.80
CI 强制门：低于阈值 PR 不可 merge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覆盖率门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全局 combined coverage ≥ 70%（unit + integration）
Diff coverage ≥ 80%（每 PR）
v1.5 新增：5 个高流量模块每模块 ≥ 70%
  · services/pipeline.py · services/generator/llm_client.py
  · services/vectorizer/vector_store.py · services/retriever/retriever.py
  · services/extractor/extractor.py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v1.5 现状 + 最新修复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Web Search + Verifier + Streaming UI + Loop Fixes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Phase 1 — pgvector 替代 Qdrant（multi-tenant RLS）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Phase 20 — Tavily WebSearchTool 上线（AGENT-10/11/12）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Phase 21 — AGENT-05 Verifier 落地（事实一致性校验）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Phase 22 — 5 个高流量模块每模块 ≥70% 覆盖率门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Streaming Agent UI（static/agent.html|css|js）— 实时渲染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219456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v1.5.1 hotfix（commit 39c3d34）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1. WebSearchTool 把 chunks 渲染成 [N] title — url\n&lt;snippet&gt; 注入 planner 视野，破解 5 次空转重搜的死循环。
2. AgentQueryPipeline._force_final_answer：MAX_ITERATIONS 耗尽时强制无工具合成，彻底消除 synthesizer.final answer="" 的空答案。
3. OpenAILLMClient 兼容 tools=[]：Groq/DashScope 严格 host 不再拒 verifier 路径。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2F4F8"/>
                </a:solidFill>
                <a:latin typeface="Microsoft YaHei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8C42"/>
                </a:solidFill>
                <a:latin typeface="Microsoft YaHei"/>
              </a:rPr>
              <a:t>Roadmap &amp;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A8BD"/>
                </a:solidFill>
                <a:latin typeface="Microsoft YaHei"/>
              </a:rPr>
              <a:t>EnterpriseRAG · v1.5 · Planner→Executor→Synthesizer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AA8BD"/>
                </a:solidFill>
                <a:latin typeface="Microsoft YaHei"/>
              </a:rPr>
              <a:t>15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SQLTool 落地 — 让 Agent 能直接查 metadata 表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MCPTool 替代 registry — 工具发现走标准 MCP 协议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Verifier 自动反馈到 Planner — 校验失败触发重检索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2F4F8"/>
                </a:solidFill>
                <a:latin typeface="Microsoft YaHei"/>
              </a:rPr>
              <a:t>• 前端 SwarmPipeline 可视化 — 多智能体协同时间线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47120" cy="2194560"/>
          </a:xfrm>
          <a:prstGeom prst="roundRect">
            <a:avLst/>
          </a:prstGeom>
          <a:solidFill>
            <a:srgbClr val="1B2C44"/>
          </a:solidFill>
          <a:ln w="12700">
            <a:solidFill>
              <a:srgbClr val="2D47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/>
            <a:r>
              <a:rPr sz="1600" b="1">
                <a:solidFill>
                  <a:srgbClr val="FF8C42"/>
                </a:solidFill>
                <a:latin typeface="Microsoft YaHei"/>
              </a:rPr>
              <a:t>开放问题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2F4F8"/>
                </a:solidFill>
                <a:latin typeface="Microsoft YaHei"/>
              </a:rPr>
              <a:t>1. WebSearchTool 配额耗尽时是否启用降级 cache？
2. Verifier 失败重试上限策略（vs 直接告知用户）？
3. Multi-tenant 下的全局缓存 vs 租户级缓存？
4. 跨 tenant 的 federated query（合规前提下）？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